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89888"/>
            <a:ext cx="54864" cy="14813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2984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NARRATIVE LANDING PAGE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1627632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為高價值產品打造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敘事型 Landing Page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0906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服務說明與投資區間 · 轉介夥伴版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370832"/>
            <a:ext cx="7863840" cy="0"/>
          </a:xfrm>
          <a:prstGeom prst="line">
            <a:avLst/>
          </a:prstGeom>
          <a:noFill/>
          <a:ln w="12700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Harry Fan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harryfan.github.io/blog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資訊是完整的，說服力是薄的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多數產品頁面能交代功能、列出賣點，卻無法讓訪客在短時間內理解「這個產品為何重要」、這家公司是否足夠成熟可信。對高單價、長決策週期的產品，這個落差直接影響三件事：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6968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品牌感知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35478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訪客用第一屏判斷你的級別——在讀完任何一個字之前。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02736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詢問品質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5478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頁面說服力決定進來的是「隨便問問」還是準客戶。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18504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商務推進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504" y="35478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成熟可信的門面，縮短後續每一次銷售對話的距離。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把頁面當成敘事系統，不是 section 的堆疊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858768" cy="13898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41148" cy="138988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824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快速建立品牌存在感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04825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第一屏就是發表會開場——訪客立刻知道這是什麼級別的產品。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45736" y="1481328"/>
            <a:ext cx="3858768" cy="13898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5736" y="1481328"/>
            <a:ext cx="41148" cy="138988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768" y="16824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可控節奏拆解價值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001768" y="204825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Scroll choreography 讓複雜產品照我們設計的順序被理解。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054096"/>
            <a:ext cx="3858768" cy="13898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054096"/>
            <a:ext cx="41148" cy="138988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5526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有記憶點的互動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362102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互動不是裝飾，是訊息設計的一部分——看過就記得。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45736" y="3054096"/>
            <a:ext cx="3858768" cy="13898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45736" y="3054096"/>
            <a:ext cx="41148" cy="138988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20" name="Text 18"/>
          <p:cNvSpPr/>
          <p:nvPr/>
        </p:nvSpPr>
        <p:spPr>
          <a:xfrm>
            <a:off x="5001768" y="325526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導向商業下一步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001768" y="362102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注意力最後收斂到明確的行動：詢問、預約、下單。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旗艦手機發表會 × 高級製錶品牌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aura-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858768" cy="24117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858768" cy="241173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005072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AURA X — 旗艦智慧手機（中文）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7939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nice-mobile-eta.vercel.app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chron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45736" y="1481328"/>
            <a:ext cx="3858768" cy="241173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45736" y="1481328"/>
            <a:ext cx="3858768" cy="241173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45736" y="4005072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CHRONOS — Haute Horlogerie（英文）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45736" y="427939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nice-watch.vercel.app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法式香水 × 精品咖啡——四種產業，同一套方法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noir-amb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858768" cy="24117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858768" cy="241173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005072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NOIR AMBRE — Maison de Parfum（英文）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7939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luxry-perfume.vercel.app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shiw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45736" y="1481328"/>
            <a:ext cx="3858768" cy="241173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45736" y="1481328"/>
            <a:ext cx="3858768" cy="241173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45736" y="4005072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拾霧珈琲 SHIWU — 精品咖啡豆（中文）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45736" y="4279392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coffee-bean-bag.vercel.app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PRICING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投資區間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敘事診斷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148132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NT$25,000–45,000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26280" y="1444752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頁面敘事診斷＋Hero 概念稿。一週交付，之後可全額折抵正式專案。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084832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194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Starter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40280" y="2194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NT$150,000–190,000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21579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方向明確、素材齊備的聚焦型單頁。含完整敘事架構與 scroll 節奏設計。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2798064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9077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40280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NT$200,000–320,000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871216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scroll-driven 敘事與正式前端實作。多數合作從這裡開始。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51129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2102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240280" y="362102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NT$350,000 起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26280" y="35844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launch 關鍵頁、高互動密度。上限依專案範圍另議，不設固定天花板。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" y="4343400"/>
            <a:ext cx="7827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估價維度：敘事複雜度、互動層級、素材條件、決策參與深度與時程——不是頁數。正式報價於 20 分鐘工作會談後提出。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3D ASSETS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網站是一筆費用，3D 素材是另一筆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頁面中的 3D 產品模型是獨立的專業工項——兩者拆開報價、拆開決策，預算不混在一起。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已有 3D 素材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8803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3D 檔、CAD、渲染資產直接整合進頁面。整合工時含在網站費用內，不另收模型費。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4136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3602736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需要從零建模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02736" y="28803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依模型精度、材質表現與授權需求另行評估報價，會談時一併釐清。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9904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6318504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不用 3D 也成立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18504" y="28803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2D 視覺與動效完成的敘事頁（Starter 區間）同樣具備完整策略與節奏設計。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手工實作，進得了你現有的架構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52704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63040" y="14813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純手工前端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77640" y="1463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原生 CSS/JS 與 Three.js，不依賴模板工具——效果與效能完全可控，品質沒有天花板。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2257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57860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63040" y="2532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可整合 WordPress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 WP 可整合版本，互動效果不打折。既有網站架構的團隊可直接採用。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37413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63016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63040" y="3584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效能與降級策略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77640" y="356616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行動裝置優先保清晰與速度，互動密度依裝置能力分級。舊裝置優雅退場，不是事後補救。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FOUNDING CLIENTS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創始客戶方案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931920" cy="301752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 範圍 · 限 3 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0116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NT$168,000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32688" y="28803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專案定價 NT$240,000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創始客戶抵減 NT$72,000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有效期至 2026-10-31，名額用罄即恢復標準定價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對價條件——用行銷資產支付，不是折扣價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276856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5285232" y="212140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case study 撰寫與發布授權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843784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5" name="Text 13"/>
          <p:cNvSpPr/>
          <p:nvPr/>
        </p:nvSpPr>
        <p:spPr>
          <a:xfrm>
            <a:off x="5285232" y="268833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Logo 與推薦語使用權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3410712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5285232" y="325526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上線後 30 天成效數據分享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977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早期客戶替我們承擔了信任成本，理應拿到對價。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 分鐘工作會談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898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不是銷售電話。會談本身就是合作的第一次體驗——我們會直接針對你現有的頁面給出具體判斷。聚焦三件事：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2148840"/>
            <a:ext cx="7827264" cy="530352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40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224942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這個頁面真正需要傳達什麼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2807208"/>
            <a:ext cx="7827264" cy="530352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898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29077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現有網站在哪裡低估了產品價值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3465576"/>
            <a:ext cx="7827264" cy="530352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557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35661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什麼程度的互動在策略上是合理的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4224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會談後 24 小時內，給出明確下一步與時間承諾。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4224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 Fan · harryfan.github.io/blog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敘事型 Landing Page — 服務說明與投資區間</dc:title>
  <dc:subject>PptxGenJS Presentation</dc:subject>
  <dc:creator>Harry Fan</dc:creator>
  <cp:lastModifiedBy>Harry Fan</cp:lastModifiedBy>
  <cp:revision>1</cp:revision>
  <dcterms:created xsi:type="dcterms:W3CDTF">2026-07-07T19:40:36Z</dcterms:created>
  <dcterms:modified xsi:type="dcterms:W3CDTF">2026-07-07T19:40:36Z</dcterms:modified>
</cp:coreProperties>
</file>